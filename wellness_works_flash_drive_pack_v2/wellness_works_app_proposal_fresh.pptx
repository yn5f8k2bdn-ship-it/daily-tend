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5013655" cy="6858000"/>
          </a:xfrm>
          <a:prstGeom prst="rect">
            <a:avLst/>
          </a:prstGeom>
          <a:solidFill>
            <a:srgbClr val="0C1714"/>
          </a:solidFill>
          <a:ln w="12700">
            <a:solidFill>
              <a:srgbClr val="0C1714"/>
            </a:solidFill>
            <a:prstDash val="solid"/>
          </a:ln>
        </p:spPr>
      </p:sp>
      <p:pic>
        <p:nvPicPr>
          <p:cNvPr id="3" name="Image 0" descr="/mnt/data/title_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0"/>
            <a:ext cx="50136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8040" y="0"/>
            <a:ext cx="5013655" cy="6858000"/>
          </a:xfrm>
          <a:prstGeom prst="rect">
            <a:avLst/>
          </a:prstGeom>
          <a:solidFill>
            <a:srgbClr val="07110F">
              <a:alpha val="84000"/>
            </a:srgbClr>
          </a:solidFill>
          <a:ln w="12700">
            <a:solidFill>
              <a:srgbClr val="07110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5029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132588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personal wellness app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learns the user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2880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55F"/>
                </a:solidFill>
              </a:rPr>
              <a:t>Proposal for building a mass-market app that feels human, adapts over time, and helps people build better days.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76072" y="4041648"/>
            <a:ext cx="1005840" cy="0"/>
          </a:xfrm>
          <a:prstGeom prst="line">
            <a:avLst/>
          </a:prstGeom>
          <a:noFill/>
          <a:ln w="12700">
            <a:solidFill>
              <a:srgbClr val="7FC6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41788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7A69"/>
                </a:solidFill>
              </a:rPr>
              <a:t>Vision • MVP • AI personalisation • build ask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app should exist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wellness apps either track data or dump content. Very few actually help people change.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to create a simple personal coach: daily check-in, clear next step, visible progress.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should feel supportive and practical — not clinical, robotic, or overwhelming.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learns what helps each person, it becomes more useful every week.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0" y="13258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0C1714"/>
          </a:solidFill>
          <a:ln w="12700">
            <a:solidFill>
              <a:srgbClr val="0C1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C66C"/>
                </a:solidFill>
              </a:rPr>
              <a:t>The core promise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35240" y="21488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“A wellness app that understands me, adapts to my real life, and gives me small actions I can actually follow.”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3524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0DB"/>
                </a:solidFill>
              </a:rPr>
              <a:t>That is what makes it mass-market and memorable.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concept and who it is for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9"/>
                </a:solidFill>
              </a:rPr>
              <a:t>Positioning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5270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C1714"/>
                </a:solidFill>
              </a:rPr>
              <a:t>An AI-powered wellness coach for everyday life — built for the general public, not just athletes or therapy users.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0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6090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Busy adults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1408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Stress, low energy, too much to juggle.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42032" y="2514600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266090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Parents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06624" y="2953512"/>
            <a:ext cx="1408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Need simple support that fits real routines.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25696" y="2514600"/>
            <a:ext cx="17373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66090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People feeling stuck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2953512"/>
            <a:ext cx="14081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Poor habits, burnout risk, low consistency.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968496"/>
            <a:ext cx="21945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Users who want progress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07408"/>
            <a:ext cx="1865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They need wins, trends, and proof that life is improving.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3968496"/>
            <a:ext cx="31455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411480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Brand edge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82112" y="4407408"/>
            <a:ext cx="2816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Wellness Works can own a warmer, more human lane than generic health trackers.</a:t>
            </a:r>
            <a:endParaRPr lang="en-US" sz="1250" dirty="0"/>
          </a:p>
        </p:txBody>
      </p:sp>
      <p:pic>
        <p:nvPicPr>
          <p:cNvPr id="21" name="Image 0" descr="/mnt/data/phones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4983480" cy="44348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product should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ED9"/>
                </a:solidFill>
              </a:rPr>
              <a:t>A simple loop that creates behaviour change and stronger personalisation.</a:t>
            </a:r>
            <a:endParaRPr lang="en-US" sz="1800" dirty="0"/>
          </a:p>
        </p:txBody>
      </p:sp>
      <p:pic>
        <p:nvPicPr>
          <p:cNvPr id="5" name="Image 0" descr="/mnt/data/how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653796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83080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 on mood, energy, stress, sleep, and what is needed today.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personalised daily focus and 1–3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whether the user follows through and what improves.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repeated behaviour into better timing, tone, and recommendations.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8080" y="50749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173028"/>
          </a:solidFill>
          <a:ln w="12700">
            <a:solidFill>
              <a:srgbClr val="315D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5285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66C"/>
                </a:solidFill>
              </a:rPr>
              <a:t>The app wins when it tells people what to do next — not just how they scored.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1: what to build first</a:t>
            </a:r>
            <a:endParaRPr lang="en-US" sz="2700" dirty="0"/>
          </a:p>
        </p:txBody>
      </p:sp>
      <p:pic>
        <p:nvPicPr>
          <p:cNvPr id="4" name="Image 0" descr="/mnt/data/phones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234440"/>
            <a:ext cx="47548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6304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sign up / login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assessment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check-in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dashboard with today’s focus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coach chat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Personalised daily plan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 tracking and reflections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trends and weekly summaries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85800" y="55778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EAE4D8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779008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714"/>
                </a:solidFill>
              </a:rPr>
              <a:t>Not in V1: community, big content library, wearables, advanced ML, company dashboard.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AI learns the user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55F"/>
                </a:solidFill>
              </a:rPr>
              <a:t>Start with personalisation, not complicated machine learning.</a:t>
            </a:r>
            <a:endParaRPr lang="en-US" sz="1800" dirty="0"/>
          </a:p>
        </p:txBody>
      </p:sp>
      <p:pic>
        <p:nvPicPr>
          <p:cNvPr id="5" name="Image 0" descr="/mnt/data/ai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425196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68112" y="156362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Inputs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68112" y="1856232"/>
            <a:ext cx="14996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Check-ins, habits completed, journal notes, usage patterns, preferred coach tone.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33488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56362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Patterns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0" y="1856232"/>
            <a:ext cx="14996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What helps, what triggers bad days, best prompt time, likely drop-off points.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63456" y="141732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8048" y="156362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Outputs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528048" y="1856232"/>
            <a:ext cx="14996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Smarter actions, better coaching, stronger daily plans, weekly insights.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03520" y="2971800"/>
            <a:ext cx="588873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311810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Examples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68112" y="3410712"/>
            <a:ext cx="55595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“You tend to feel worse after two poor nights of sleep.”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“Walking helps your evening mood more than journalling.”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“You respond best to short, practical prompts.”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03520" y="4663440"/>
            <a:ext cx="5888736" cy="896112"/>
          </a:xfrm>
          <a:prstGeom prst="roundRect">
            <a:avLst>
              <a:gd name="adj" fmla="val 8163"/>
            </a:avLst>
          </a:prstGeom>
          <a:solidFill>
            <a:srgbClr val="0C1714"/>
          </a:solidFill>
          <a:ln w="12700">
            <a:solidFill>
              <a:srgbClr val="0C171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49926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Important boundary: coach for general wellness, not medical diagnosis.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build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72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Product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1764792"/>
            <a:ext cx="1956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Flutter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Clean UI, onboarding, check-ins, coach, progress.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132588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1472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Data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9272" y="1764792"/>
            <a:ext cx="1956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Supabase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Auth, database, storage, secure backend functions.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32588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472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Intelligence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33872" y="1764792"/>
            <a:ext cx="1956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OpenAI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Context-aware coach, summaries, recommendations.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4721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Learning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764792"/>
            <a:ext cx="1956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Analytics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Measure retention, actions taken, what improves outcomes.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783080" y="3154680"/>
            <a:ext cx="7680960" cy="0"/>
          </a:xfrm>
          <a:prstGeom prst="line">
            <a:avLst/>
          </a:prstGeom>
          <a:noFill/>
          <a:ln w="12700">
            <a:solidFill>
              <a:srgbClr val="5D7A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66C"/>
                </a:solidFill>
              </a:rPr>
              <a:t>Suggested roadmap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94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4106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Phase 1 — MVP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" y="423367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Onboarding, daily check-in, home, AI coach, progress, notifications.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0" y="3794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394106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Phase 2 — Learn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79392" y="423367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Refine UX, strengthen personalisation, test pricing, improve retention.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43800" y="3794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394106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14"/>
                </a:solidFill>
              </a:rPr>
              <a:t>Phase 3 — Expand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08392" y="4233672"/>
            <a:ext cx="29169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55F"/>
                </a:solidFill>
              </a:rPr>
              <a:t>Health integrations, richer insights, more habit types, broader scale.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Build a personalisation platform first, then add complexity.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WELLNESS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C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need from you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turn this vision into a simple, high-quality MVP.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core product structure so we can launch, learn, and improve fast.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user experience clean, calm, and easy to return to every day.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C17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long term: this is not just an app, it is a platform that gets smarter with use.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03720" y="1234440"/>
            <a:ext cx="4572000" cy="3840480"/>
          </a:xfrm>
          <a:prstGeom prst="roundRect">
            <a:avLst>
              <a:gd name="adj" fmla="val 1905"/>
            </a:avLst>
          </a:prstGeom>
          <a:solidFill>
            <a:srgbClr val="0C1714"/>
          </a:solidFill>
          <a:ln w="12700">
            <a:solidFill>
              <a:srgbClr val="0C1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600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C66C"/>
                </a:solidFill>
              </a:rPr>
              <a:t>What I’m bringing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269480" y="2029968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Clear vision and brand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Strong founder drive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Real-world wellness purpose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A product that can grow from consumer to wider impact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• Commitment to build something meaningful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10744200" cy="713232"/>
          </a:xfrm>
          <a:prstGeom prst="roundRect">
            <a:avLst>
              <a:gd name="adj" fmla="val 10256"/>
            </a:avLst>
          </a:prstGeom>
          <a:solidFill>
            <a:srgbClr val="EAE4D8"/>
          </a:solidFill>
          <a:ln w="12700">
            <a:solidFill>
              <a:srgbClr val="D7D0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724144"/>
            <a:ext cx="10241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714"/>
                </a:solidFill>
              </a:rPr>
              <a:t>Next step: agree scope, build order, and whether we do this together.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Wellness Works – App Build Presentation</dc:title>
  <dc:subject>Wellness Works App Proposal</dc:subject>
  <dc:creator>OpenAI</dc:creator>
  <cp:lastModifiedBy>OpenAI</cp:lastModifiedBy>
  <cp:revision>1</cp:revision>
  <dcterms:created xsi:type="dcterms:W3CDTF">2026-04-22T18:41:45Z</dcterms:created>
  <dcterms:modified xsi:type="dcterms:W3CDTF">2026-04-22T18:41:45Z</dcterms:modified>
</cp:coreProperties>
</file>